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系统知识导入模板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用于需求评估系统知识库（按主系统维度）</a:t>
            </a:r>
          </a:p>
          <a:p>
            <a:r>
              <a:t>建议：每个主系统一份模板材料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填写说明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请按“主系统”维度准备材料；上传时选择对应主系统。</a:t>
            </a:r>
          </a:p>
          <a:p>
            <a:pPr/>
            <a:r>
              <a:t>2) 内容越结构化，抽取效果越稳定（建议用标题+要点）。</a:t>
            </a:r>
          </a:p>
          <a:p>
            <a:pPr/>
            <a:r>
              <a:t>3) 建议每次只描述一个系统；如包含子系统，请在“架构特点/核心功能”中说明。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字段（建议覆盖）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system_name: 系统名称（与主系统选择一致）</a:t>
            </a:r>
          </a:p>
          <a:p>
            <a:r>
              <a:t>system_short_name: 系统简称（英文缩写/代号）</a:t>
            </a:r>
          </a:p>
          <a:p>
            <a:r>
              <a:t>system_category: 系统分类（核心/中台/渠道/管理等）</a:t>
            </a:r>
          </a:p>
          <a:p>
            <a:r>
              <a:t>business_goal: 业务目标（1-2 句）</a:t>
            </a:r>
          </a:p>
          <a:p>
            <a:r>
              <a:t>core_functions: 核心功能（要点列举，建议用顿号分隔）</a:t>
            </a:r>
          </a:p>
          <a:p>
            <a:r>
              <a:t>in_scope: 系统职责/边界（做什么，尽量列举）</a:t>
            </a:r>
          </a:p>
          <a:p>
            <a:r>
              <a:t>out_of_scope: 系统明确不做什么（避免误拆）</a:t>
            </a:r>
          </a:p>
          <a:p>
            <a:r>
              <a:t>integration_points: 主要集成点/上下游（用顿号分隔）</a:t>
            </a:r>
          </a:p>
          <a:p>
            <a:r>
              <a:t>key_constraints: 关键约束（合规/性能/数据敏感/发布窗口等）</a:t>
            </a:r>
          </a:p>
          <a:p>
            <a:r>
              <a:t>tech_stack: 技术栈（语言/框架/中间件/数据库等）</a:t>
            </a:r>
          </a:p>
          <a:p>
            <a:r>
              <a:t>architecture: 架构特点（微服务/单体/分布式/集群/容灾等）</a:t>
            </a:r>
          </a:p>
          <a:p>
            <a:r>
              <a:t>performance: 性能指标（TPS/QPS/RT/并发等，如无可空）</a:t>
            </a:r>
          </a:p>
          <a:p>
            <a:r>
              <a:t>main_users: 主要用户（角色/组织/人群）</a:t>
            </a:r>
          </a:p>
          <a:p>
            <a:r>
              <a:t>notes: 备注（其他补充说明）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示例（可按需改写）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system_name：支付中台</a:t>
            </a:r>
          </a:p>
          <a:p>
            <a:r>
              <a:t>system_short_name：Payment</a:t>
            </a:r>
          </a:p>
          <a:p>
            <a:r>
              <a:t>system_category：中台系统</a:t>
            </a:r>
          </a:p>
          <a:p>
            <a:r>
              <a:t>business_goal：统一支付渠道接入，沉淀支付能力，提升接入效率与一致性。</a:t>
            </a:r>
          </a:p>
          <a:p>
            <a:r>
              <a:t>core_functions：渠道接入、路由编排、签名验签、对账、清结算</a:t>
            </a:r>
          </a:p>
          <a:p>
            <a:r>
              <a:t>in_scope：统一支付接入/路由/签名/对账/清结算能力</a:t>
            </a:r>
          </a:p>
          <a:p>
            <a:r>
              <a:t>out_of_scope：不负责业务订单编排/营销规则/账户总账</a:t>
            </a:r>
          </a:p>
          <a:p>
            <a:r>
              <a:t>integration_points：开放平台、核心系统、财务系统、外部支付渠道</a:t>
            </a:r>
          </a:p>
          <a:p>
            <a:r>
              <a:t>key_constraints：合规审计；交易可追溯；高可用；发布窗口受限</a:t>
            </a:r>
          </a:p>
          <a:p>
            <a:r>
              <a:t>tech_stack：Java / Spring Cloud / MySQL / Redis / Kafka</a:t>
            </a:r>
          </a:p>
          <a:p>
            <a:r>
              <a:t>architecture：微服务 + 分布式集群；灰度发布；多活容灾</a:t>
            </a:r>
          </a:p>
          <a:p>
            <a:r>
              <a:t>performance：TPS 10000+，关键接口RT &lt; 200ms</a:t>
            </a:r>
          </a:p>
          <a:p>
            <a:r>
              <a:t>main_users：各业务系统、支付运营、对账人员</a:t>
            </a:r>
          </a:p>
          <a:p>
            <a:r>
              <a:t>notes：外部对接需符合签名规范；交易需落库并具备可追溯性。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