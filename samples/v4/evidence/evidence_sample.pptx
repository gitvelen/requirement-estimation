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系统A 架构概览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系统A 主要模块</a:t>
            </a:r>
          </a:p>
          <a:p>
            <a:r>
              <a:t>- 账户管理</a:t>
            </a:r>
          </a:p>
          <a:p>
            <a:r>
              <a:t>- 额度管理</a:t>
            </a:r>
          </a:p>
          <a:p>
            <a:r>
              <a:t>- 对接ESB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